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4" r:id="rId3"/>
    <p:sldMasterId id="2147483687" r:id="rId4"/>
    <p:sldMasterId id="2147483700" r:id="rId5"/>
  </p:sldMasterIdLst>
  <p:notesMasterIdLst>
    <p:notesMasterId r:id="rId32"/>
  </p:notesMasterIdLst>
  <p:sldIdLst/>
  <p:sldSz cx="12192000" cy="6858000"/>
  <p:notesSz cx="7559675" cy="10691813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Lato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XQraAuAWRmcV1gLDXp1oObC+v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BF76A3-E3C1-4D28-9EA3-6F8B04578915}">
  <a:tblStyle styleId="{A0BF76A3-E3C1-4D28-9EA3-6F8B0457891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867" autoAdjust="0"/>
  </p:normalViewPr>
  <p:slideViewPr>
    <p:cSldViewPr snapToGrid="0">
      <p:cViewPr varScale="1">
        <p:scale>
          <a:sx n="89" d="100"/>
          <a:sy n="89" d="100"/>
        </p:scale>
        <p:origin x="139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font" Target="fonts/font5.fntdata"/><Relationship Id="rId38" Type="http://schemas.openxmlformats.org/officeDocument/2006/relationships/font" Target="fonts/font6.fntdata"/><Relationship Id="rId39" Type="http://schemas.openxmlformats.org/officeDocument/2006/relationships/font" Target="fonts/font7.fntdata"/><Relationship Id="rId40" Type="http://schemas.openxmlformats.org/officeDocument/2006/relationships/font" Target="fonts/font8.fntdata"/><Relationship Id="rId41" Type="http://customschemas.google.com/relationships/presentationmetadata" Target="meta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6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0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1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4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5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6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6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6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6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6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7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1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6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6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6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63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6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6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6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6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65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6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6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66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6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67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67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67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67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67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68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6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7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7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2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7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7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7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7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7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74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7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7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7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7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76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7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7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7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77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7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78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78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78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78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78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7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8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8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8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3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8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8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8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8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8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85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8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8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8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8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87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8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8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8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88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8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89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89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89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89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89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14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theme" Target="../theme/theme4.xml"/><Relationship Id="rId1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theme" Target="../theme/theme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>
            <a:spLocks noGrp="1"/>
          </p:cNvSpPr>
          <p:nvPr>
            <p:ph type="body" idx="1"/>
          </p:nvPr>
        </p:nvSpPr>
        <p:spPr>
          <a:xfrm>
            <a:off x="4558320" y="1248480"/>
            <a:ext cx="7391160" cy="520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4558320" y="404280"/>
            <a:ext cx="739116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>
            <a:spLocks noGrp="1"/>
          </p:cNvSpPr>
          <p:nvPr>
            <p:ph type="body" idx="1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3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6320</Words>
  <Application>Microsoft Office PowerPoint</Application>
  <PresentationFormat>Widescreen</PresentationFormat>
  <Paragraphs>647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Lato</vt:lpstr>
      <vt:lpstr>Calibri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Pham Tuan Kiet 20214909</cp:lastModifiedBy>
  <cp:revision>3</cp:revision>
  <dcterms:modified xsi:type="dcterms:W3CDTF">2026-10-02T13:00:47Z</dcterms:modified>
</cp:coreProperties>
</file>